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b107da78498c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b107da78498c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5b107da78498c0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5b107da78498c0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5b107da78498c0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5b107da78498c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5b107da78498c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5b107da78498c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b107da78498c0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5b107da78498c0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5b107da78498c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5b107da78498c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b107da78498c0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5b107da78498c0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b107da78498c0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b107da78498c0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725d5dd04e1235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725d5dd04e1235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b107da78498c0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5b107da78498c0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25d5dd04e12355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25d5dd04e1235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b107da78498c0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5b107da78498c0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725d5dd04e1235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725d5dd04e1235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b107da78498c0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5b107da78498c0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b107da78498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b107da78498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5b107da78498c0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5b107da78498c0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25d5dd04e1235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725d5dd04e1235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5b107da78498c0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5b107da78498c0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50252" cy="50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368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885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